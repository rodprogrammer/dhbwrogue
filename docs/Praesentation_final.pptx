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5" r:id="rId2"/>
    <p:sldId id="256" r:id="rId3"/>
    <p:sldId id="257" r:id="rId4"/>
    <p:sldId id="258" r:id="rId5"/>
    <p:sldId id="259" r:id="rId6"/>
    <p:sldId id="266" r:id="rId7"/>
    <p:sldId id="261" r:id="rId8"/>
    <p:sldId id="267" r:id="rId9"/>
    <p:sldId id="269" r:id="rId10"/>
    <p:sldId id="268" r:id="rId11"/>
    <p:sldId id="262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6633" autoAdjust="0"/>
  </p:normalViewPr>
  <p:slideViewPr>
    <p:cSldViewPr snapToGrid="0" snapToObjects="1">
      <p:cViewPr>
        <p:scale>
          <a:sx n="50" d="100"/>
          <a:sy n="50" d="100"/>
        </p:scale>
        <p:origin x="238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06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627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Unser Spiel </a:t>
            </a:r>
            <a:r>
              <a:rPr lang="en-US" dirty="0" err="1"/>
              <a:t>sollte</a:t>
            </a:r>
            <a:r>
              <a:rPr lang="en-US" dirty="0"/>
              <a:t> die </a:t>
            </a:r>
            <a:r>
              <a:rPr lang="en-US" dirty="0" err="1"/>
              <a:t>Kernpfeiler</a:t>
            </a:r>
            <a:r>
              <a:rPr lang="en-US" dirty="0"/>
              <a:t> von Roguelikes </a:t>
            </a:r>
            <a:r>
              <a:rPr lang="en-US" dirty="0" err="1"/>
              <a:t>kombinieren</a:t>
            </a:r>
            <a:r>
              <a:rPr lang="en-US" dirty="0"/>
              <a:t>, also </a:t>
            </a:r>
            <a:r>
              <a:rPr lang="en-US" dirty="0" err="1"/>
              <a:t>zufällige</a:t>
            </a:r>
            <a:r>
              <a:rPr lang="en-US" dirty="0"/>
              <a:t> Dungeons </a:t>
            </a:r>
            <a:r>
              <a:rPr lang="en-US" dirty="0" err="1"/>
              <a:t>mit</a:t>
            </a:r>
            <a:r>
              <a:rPr lang="en-US" dirty="0"/>
              <a:t> Loot und </a:t>
            </a:r>
            <a:r>
              <a:rPr lang="en-US" dirty="0" err="1"/>
              <a:t>Bosskämpfen</a:t>
            </a:r>
            <a:r>
              <a:rPr lang="en-US" dirty="0"/>
              <a:t>. </a:t>
            </a:r>
            <a:r>
              <a:rPr lang="en-US" dirty="0" err="1"/>
              <a:t>Dabei</a:t>
            </a:r>
            <a:r>
              <a:rPr lang="en-US" dirty="0"/>
              <a:t> </a:t>
            </a:r>
            <a:r>
              <a:rPr lang="en-US" dirty="0" err="1"/>
              <a:t>sollte</a:t>
            </a:r>
            <a:r>
              <a:rPr lang="en-US" dirty="0"/>
              <a:t> der </a:t>
            </a:r>
            <a:r>
              <a:rPr lang="en-US" dirty="0" err="1"/>
              <a:t>Fokus</a:t>
            </a:r>
            <a:r>
              <a:rPr lang="en-US" dirty="0"/>
              <a:t> auf Teamplay und </a:t>
            </a:r>
            <a:r>
              <a:rPr lang="en-US" dirty="0" err="1"/>
              <a:t>soziale</a:t>
            </a:r>
            <a:r>
              <a:rPr lang="en-US" dirty="0"/>
              <a:t> </a:t>
            </a:r>
            <a:r>
              <a:rPr lang="en-US" dirty="0" err="1"/>
              <a:t>Interaktionen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den </a:t>
            </a:r>
            <a:r>
              <a:rPr lang="en-US" dirty="0" err="1"/>
              <a:t>Spielern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. </a:t>
            </a:r>
            <a:r>
              <a:rPr lang="en-US" dirty="0" err="1"/>
              <a:t>Jeder</a:t>
            </a:r>
            <a:r>
              <a:rPr lang="en-US" dirty="0"/>
              <a:t> run </a:t>
            </a:r>
            <a:r>
              <a:rPr lang="en-US" dirty="0" err="1"/>
              <a:t>sollte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</a:t>
            </a:r>
            <a:r>
              <a:rPr lang="en-US" dirty="0" err="1"/>
              <a:t>unterschiedlich</a:t>
            </a:r>
            <a:r>
              <a:rPr lang="en-US" dirty="0"/>
              <a:t> sein.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Gegensatz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Genrevertretern</a:t>
            </a:r>
            <a:r>
              <a:rPr lang="en-US" dirty="0"/>
              <a:t> </a:t>
            </a:r>
            <a:r>
              <a:rPr lang="en-US" dirty="0" err="1"/>
              <a:t>sollte</a:t>
            </a:r>
            <a:r>
              <a:rPr lang="en-US" dirty="0"/>
              <a:t> das </a:t>
            </a:r>
            <a:r>
              <a:rPr lang="en-US" dirty="0" err="1"/>
              <a:t>Spielen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bis </a:t>
            </a:r>
            <a:r>
              <a:rPr lang="en-US" dirty="0" err="1"/>
              <a:t>zu</a:t>
            </a:r>
            <a:r>
              <a:rPr lang="en-US" dirty="0"/>
              <a:t> 4 </a:t>
            </a:r>
            <a:r>
              <a:rPr lang="en-US" dirty="0" err="1"/>
              <a:t>Spielern</a:t>
            </a:r>
            <a:r>
              <a:rPr lang="en-US" dirty="0"/>
              <a:t> </a:t>
            </a:r>
            <a:r>
              <a:rPr lang="en-US" dirty="0" err="1"/>
              <a:t>möglich</a:t>
            </a:r>
            <a:r>
              <a:rPr lang="en-US" dirty="0"/>
              <a:t> sein.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unser</a:t>
            </a:r>
            <a:r>
              <a:rPr lang="en-US" dirty="0"/>
              <a:t> Brainstorming </a:t>
            </a:r>
            <a:r>
              <a:rPr lang="en-US" dirty="0" err="1"/>
              <a:t>gewesen</a:t>
            </a:r>
            <a:r>
              <a:rPr lang="en-US" dirty="0"/>
              <a:t>, </a:t>
            </a:r>
            <a:r>
              <a:rPr lang="en-US" dirty="0" err="1"/>
              <a:t>ganz</a:t>
            </a:r>
            <a:r>
              <a:rPr lang="en-US" dirty="0"/>
              <a:t> am </a:t>
            </a:r>
            <a:r>
              <a:rPr lang="en-US" dirty="0" err="1"/>
              <a:t>Anfang</a:t>
            </a:r>
            <a:r>
              <a:rPr lang="en-US" dirty="0"/>
              <a:t>.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wollten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Kampfsystem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Nah- und </a:t>
            </a:r>
            <a:r>
              <a:rPr lang="en-US" dirty="0" err="1"/>
              <a:t>Fernkampf</a:t>
            </a:r>
            <a:r>
              <a:rPr lang="en-US" dirty="0"/>
              <a:t> und </a:t>
            </a:r>
            <a:r>
              <a:rPr lang="en-US" dirty="0" err="1"/>
              <a:t>coolen</a:t>
            </a:r>
            <a:r>
              <a:rPr lang="en-US" dirty="0"/>
              <a:t> </a:t>
            </a:r>
            <a:r>
              <a:rPr lang="en-US" dirty="0" err="1"/>
              <a:t>Fähigkeiten</a:t>
            </a:r>
            <a:r>
              <a:rPr lang="en-US" dirty="0"/>
              <a:t>. Ein </a:t>
            </a:r>
            <a:r>
              <a:rPr lang="en-US" dirty="0" err="1"/>
              <a:t>Skilltree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beispielsweise</a:t>
            </a:r>
            <a:r>
              <a:rPr lang="en-US" dirty="0"/>
              <a:t> in Path of Exile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Menge</a:t>
            </a:r>
            <a:r>
              <a:rPr lang="en-US" dirty="0"/>
              <a:t> Buffs und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Pfaden</a:t>
            </a:r>
            <a:r>
              <a:rPr lang="en-US" dirty="0"/>
              <a:t>. Das </a:t>
            </a:r>
            <a:r>
              <a:rPr lang="en-US" dirty="0" err="1"/>
              <a:t>hätte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nochmal</a:t>
            </a:r>
            <a:r>
              <a:rPr lang="en-US" dirty="0"/>
              <a:t> die </a:t>
            </a:r>
            <a:r>
              <a:rPr lang="en-US" dirty="0" err="1"/>
              <a:t>Replayability</a:t>
            </a:r>
            <a:r>
              <a:rPr lang="en-US" dirty="0"/>
              <a:t> </a:t>
            </a:r>
            <a:r>
              <a:rPr lang="en-US" dirty="0" err="1"/>
              <a:t>erhöht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verschiedene</a:t>
            </a:r>
            <a:r>
              <a:rPr lang="en-US" dirty="0"/>
              <a:t> Builds die man in Runs </a:t>
            </a:r>
            <a:r>
              <a:rPr lang="en-US" dirty="0" err="1"/>
              <a:t>ausprobieren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 Crafting war </a:t>
            </a:r>
            <a:r>
              <a:rPr lang="en-US" dirty="0" err="1"/>
              <a:t>auch</a:t>
            </a:r>
            <a:r>
              <a:rPr lang="en-US" dirty="0"/>
              <a:t> mal in </a:t>
            </a:r>
            <a:r>
              <a:rPr lang="en-US" dirty="0" err="1"/>
              <a:t>Planung</a:t>
            </a:r>
            <a:r>
              <a:rPr lang="en-US" dirty="0"/>
              <a:t> hats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ins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geschafft</a:t>
            </a:r>
            <a:r>
              <a:rPr lang="en-US" dirty="0"/>
              <a:t>.  </a:t>
            </a:r>
            <a:r>
              <a:rPr lang="en-US" dirty="0" err="1"/>
              <a:t>Weitere</a:t>
            </a:r>
            <a:r>
              <a:rPr lang="en-US" dirty="0"/>
              <a:t> </a:t>
            </a:r>
            <a:r>
              <a:rPr lang="en-US" dirty="0" err="1"/>
              <a:t>geplante</a:t>
            </a:r>
            <a:r>
              <a:rPr lang="en-US" dirty="0"/>
              <a:t> Features </a:t>
            </a:r>
            <a:r>
              <a:rPr lang="en-US" dirty="0" err="1"/>
              <a:t>wären</a:t>
            </a:r>
            <a:r>
              <a:rPr lang="en-US" dirty="0"/>
              <a:t> Items die von </a:t>
            </a:r>
            <a:r>
              <a:rPr lang="en-US" dirty="0" err="1"/>
              <a:t>Gegnern</a:t>
            </a:r>
            <a:r>
              <a:rPr lang="en-US" dirty="0"/>
              <a:t> in den Dungeons </a:t>
            </a:r>
            <a:r>
              <a:rPr lang="en-US" dirty="0" err="1"/>
              <a:t>droppen</a:t>
            </a:r>
            <a:r>
              <a:rPr lang="en-US" dirty="0"/>
              <a:t>, </a:t>
            </a:r>
            <a:r>
              <a:rPr lang="en-US" dirty="0" err="1"/>
              <a:t>eine</a:t>
            </a:r>
            <a:r>
              <a:rPr lang="en-US" dirty="0"/>
              <a:t> Story die </a:t>
            </a:r>
            <a:r>
              <a:rPr lang="en-US" dirty="0" err="1"/>
              <a:t>im</a:t>
            </a:r>
            <a:r>
              <a:rPr lang="en-US" dirty="0"/>
              <a:t> Spiel </a:t>
            </a:r>
            <a:r>
              <a:rPr lang="en-US" dirty="0" err="1"/>
              <a:t>integriert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Büchern</a:t>
            </a:r>
            <a:r>
              <a:rPr lang="en-US" dirty="0"/>
              <a:t> und NPCs </a:t>
            </a:r>
            <a:r>
              <a:rPr lang="en-US" dirty="0" err="1"/>
              <a:t>im</a:t>
            </a:r>
            <a:r>
              <a:rPr lang="en-US" dirty="0"/>
              <a:t> Spiel und in </a:t>
            </a:r>
            <a:r>
              <a:rPr lang="en-US" dirty="0" err="1"/>
              <a:t>zufallsgenerierten</a:t>
            </a:r>
            <a:r>
              <a:rPr lang="en-US" dirty="0"/>
              <a:t> Dungeons. Und die </a:t>
            </a:r>
            <a:r>
              <a:rPr lang="en-US" dirty="0" err="1"/>
              <a:t>grundlegenden</a:t>
            </a:r>
            <a:r>
              <a:rPr lang="en-US" dirty="0"/>
              <a:t> Dinge </a:t>
            </a:r>
            <a:r>
              <a:rPr lang="en-US" dirty="0" err="1"/>
              <a:t>wie</a:t>
            </a:r>
            <a:r>
              <a:rPr lang="en-US" dirty="0"/>
              <a:t> Physics, Multiplayer und so </a:t>
            </a:r>
            <a:r>
              <a:rPr lang="en-US" dirty="0" err="1"/>
              <a:t>weiter</a:t>
            </a:r>
            <a:r>
              <a:rPr lang="en-US" dirty="0"/>
              <a:t>. </a:t>
            </a:r>
            <a:r>
              <a:rPr lang="en-US" dirty="0" err="1"/>
              <a:t>Gehen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nun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dem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davon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geschafft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sehen</a:t>
            </a:r>
            <a:r>
              <a:rPr lang="en-US" dirty="0"/>
              <a:t> </a:t>
            </a:r>
            <a:r>
              <a:rPr lang="en-US" dirty="0" err="1"/>
              <a:t>könnt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gar </a:t>
            </a:r>
            <a:r>
              <a:rPr lang="en-US" dirty="0" err="1"/>
              <a:t>nicht</a:t>
            </a:r>
            <a:r>
              <a:rPr lang="en-US" dirty="0"/>
              <a:t> mal so </a:t>
            </a:r>
            <a:r>
              <a:rPr lang="en-US" dirty="0" err="1"/>
              <a:t>viel</a:t>
            </a:r>
            <a:r>
              <a:rPr lang="en-US" dirty="0"/>
              <a:t> von dem </a:t>
            </a:r>
            <a:r>
              <a:rPr lang="en-US" dirty="0" err="1"/>
              <a:t>geschafft</a:t>
            </a:r>
            <a:r>
              <a:rPr lang="en-US" dirty="0"/>
              <a:t>,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geplant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. Das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schlimm</a:t>
            </a:r>
            <a:r>
              <a:rPr lang="en-US" dirty="0"/>
              <a:t>,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gemerkt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</a:t>
            </a:r>
            <a:r>
              <a:rPr lang="en-US" dirty="0" err="1"/>
              <a:t>geplant</a:t>
            </a:r>
            <a:r>
              <a:rPr lang="en-US" dirty="0"/>
              <a:t>, der Scope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groß</a:t>
            </a:r>
            <a:r>
              <a:rPr lang="en-US" dirty="0"/>
              <a:t> war. Da </a:t>
            </a:r>
            <a:r>
              <a:rPr lang="en-US" dirty="0" err="1"/>
              <a:t>waren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etwas</a:t>
            </a:r>
            <a:r>
              <a:rPr lang="en-US" dirty="0"/>
              <a:t> </a:t>
            </a:r>
            <a:r>
              <a:rPr lang="en-US" dirty="0" err="1"/>
              <a:t>überambitioniert</a:t>
            </a:r>
            <a:r>
              <a:rPr lang="en-US" dirty="0"/>
              <a:t>. </a:t>
            </a:r>
            <a:r>
              <a:rPr lang="en-US" dirty="0" err="1"/>
              <a:t>Deswegen</a:t>
            </a:r>
            <a:r>
              <a:rPr lang="en-US" dirty="0"/>
              <a:t> der </a:t>
            </a:r>
            <a:r>
              <a:rPr lang="en-US" dirty="0" err="1"/>
              <a:t>Fokus</a:t>
            </a:r>
            <a:r>
              <a:rPr lang="en-US" dirty="0"/>
              <a:t> auf die </a:t>
            </a:r>
            <a:r>
              <a:rPr lang="en-US" dirty="0" err="1"/>
              <a:t>grundlegenden</a:t>
            </a:r>
            <a:r>
              <a:rPr lang="en-US" dirty="0"/>
              <a:t> Dinge,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laufendes</a:t>
            </a:r>
            <a:r>
              <a:rPr lang="en-US" dirty="0"/>
              <a:t> Spiel, es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Partikel</a:t>
            </a:r>
            <a:r>
              <a:rPr lang="en-US" dirty="0"/>
              <a:t>, </a:t>
            </a:r>
            <a:r>
              <a:rPr lang="en-US" dirty="0" err="1"/>
              <a:t>Kollisionsphysik</a:t>
            </a:r>
            <a:r>
              <a:rPr lang="en-US" dirty="0"/>
              <a:t> und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wichtigstes</a:t>
            </a:r>
            <a:r>
              <a:rPr lang="en-US" dirty="0"/>
              <a:t> Feature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der Multiplayer,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vorhin</a:t>
            </a:r>
            <a:r>
              <a:rPr lang="en-US" dirty="0"/>
              <a:t> </a:t>
            </a:r>
            <a:r>
              <a:rPr lang="en-US" dirty="0" err="1"/>
              <a:t>schon</a:t>
            </a:r>
            <a:r>
              <a:rPr lang="en-US" dirty="0"/>
              <a:t> </a:t>
            </a:r>
            <a:r>
              <a:rPr lang="en-US" dirty="0" err="1"/>
              <a:t>erwähnt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Peer to Peer. Die Story und das Worldbuilding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etwas</a:t>
            </a:r>
            <a:r>
              <a:rPr lang="en-US" dirty="0"/>
              <a:t> in den </a:t>
            </a:r>
            <a:r>
              <a:rPr lang="en-US" dirty="0" err="1"/>
              <a:t>Hintergrund</a:t>
            </a:r>
            <a:r>
              <a:rPr lang="en-US" dirty="0"/>
              <a:t> </a:t>
            </a:r>
            <a:r>
              <a:rPr lang="en-US" dirty="0" err="1"/>
              <a:t>gerückt</a:t>
            </a:r>
            <a:r>
              <a:rPr lang="en-US" dirty="0"/>
              <a:t>, </a:t>
            </a:r>
            <a:r>
              <a:rPr lang="en-US" dirty="0" err="1"/>
              <a:t>darüber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mehr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i="1" dirty="0"/>
              <a:t>Unser Spiel setzt auf eine klassische Client-Server-Architektur, um zentrale Kontrolle und Synchronisation zu gewährleisten. Im Gegensatz zu Peer-to-Peer vermeiden wir so Probleme wie Desynchronisation oder Betrug durch manipulierte Client-Daten. Der Server agiert als vertrauenswürdige Instanz für Spielregeln, Physik und Zustandsverwaltung – das reduziert Komplexität und erhöht die Sicherheit.</a:t>
            </a:r>
          </a:p>
          <a:p>
            <a:endParaRPr lang="de-DE" i="1" dirty="0"/>
          </a:p>
          <a:p>
            <a:r>
              <a:rPr lang="de-DE" i="1" dirty="0"/>
              <a:t>Wir nutzen keine Datenbank sondern der Server speichert alles nötige. Das wollten wir ursprünglich noch anders machen hat sich dann aber aus zeitlichen Gründen so ergeben.</a:t>
            </a:r>
          </a:p>
          <a:p>
            <a:endParaRPr lang="de-DE" i="1" dirty="0"/>
          </a:p>
          <a:p>
            <a:r>
              <a:rPr lang="de-DE" i="1" dirty="0"/>
              <a:t>Und schlussendlich haben wir ein Schichten aufgeteiltes Programm, also ist bspw. Die Kollisionserkennung getrennt vom Rendering also der Darstellung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80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604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27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178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Clandestine Dungeons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5191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30220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Robin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Bösch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, Nico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Mautes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Jona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Wenz</a:t>
            </a:r>
            <a:r>
              <a:rPr lang="en-US" sz="20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, Felix Wenzel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21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498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Roguelike -&gt; Fokus auf Replayability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 4 Spieler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Zufallsgenerierte Dungeons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Loot, Monster, Bosskämpfe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Besonders: Teamfokus und soziale Interaktionen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Ursprüngliche Architektur- und Feature-Planung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6" name="Image 0" descr="/home/claude/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34440"/>
            <a:ext cx="914400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Anpassungen durch Zeit- und Scope-Grenzen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pic>
        <p:nvPicPr>
          <p:cNvPr id="6" name="Image 0" descr="/home/claude/min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4440"/>
            <a:ext cx="9144000" cy="3909060"/>
          </a:xfrm>
          <a:prstGeom prst="rect">
            <a:avLst/>
          </a:prstGeom>
        </p:spPr>
      </p:pic>
      <p:sp>
        <p:nvSpPr>
          <p:cNvPr id="17" name="Multiplizieren 16"/>
          <p:cNvSpPr/>
          <p:nvPr/>
        </p:nvSpPr>
        <p:spPr>
          <a:xfrm>
            <a:off x="763668" y="2365296"/>
            <a:ext cx="1045047" cy="87839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Multiplizieren 17"/>
          <p:cNvSpPr/>
          <p:nvPr/>
        </p:nvSpPr>
        <p:spPr>
          <a:xfrm>
            <a:off x="2865037" y="1993391"/>
            <a:ext cx="1045047" cy="87839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Multiplizieren 18"/>
          <p:cNvSpPr/>
          <p:nvPr/>
        </p:nvSpPr>
        <p:spPr>
          <a:xfrm>
            <a:off x="4977682" y="1671659"/>
            <a:ext cx="1045047" cy="87839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Multiplizieren 19"/>
          <p:cNvSpPr/>
          <p:nvPr/>
        </p:nvSpPr>
        <p:spPr>
          <a:xfrm>
            <a:off x="5213082" y="2974410"/>
            <a:ext cx="1045047" cy="87839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Multiplizieren 20"/>
          <p:cNvSpPr/>
          <p:nvPr/>
        </p:nvSpPr>
        <p:spPr>
          <a:xfrm>
            <a:off x="3619122" y="3700184"/>
            <a:ext cx="1045047" cy="87839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Architekturentscheidungen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2743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und Server statt Peer to Peer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»space-based«-Architektur (als Server / Lobby, statt Datenbank)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Schichten-Design-Ähnliches Prinzip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Statistik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Verteilung der Arbeitsstunden im Projekt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846320" cy="3057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305775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990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Stunden pro Disziplin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78962" y="1691640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1865376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65376"/>
            <a:ext cx="43891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85975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vl="0"/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Projektmanagement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78962" y="2085975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26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259711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277999"/>
            <a:ext cx="2984602" cy="4571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80310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78962" y="2480310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2654046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59" y="2654046"/>
            <a:ext cx="1981415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74645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Anforderungsanalyse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78962" y="2874645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3048381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048381"/>
            <a:ext cx="41406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68980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78962" y="3268980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3442716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442716"/>
            <a:ext cx="41406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663315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vl="0"/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78962" y="3663315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3837051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837051"/>
            <a:ext cx="33125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057650"/>
            <a:ext cx="29846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vl="0"/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Konfigurations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&amp; </a:t>
            </a:r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Änderungsmgmt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78962" y="4057650"/>
            <a:ext cx="14045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4360" y="4231386"/>
            <a:ext cx="43891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4231386"/>
            <a:ext cx="248441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0" y="1280160"/>
            <a:ext cx="3291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0" y="128016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13990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Stunden pro Person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15000" y="1627632"/>
            <a:ext cx="22110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Robin – Entwicklung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26019" y="1627632"/>
            <a:ext cx="6236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56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715000" y="1783080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5000" y="1783080"/>
            <a:ext cx="28346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1890979"/>
            <a:ext cx="22110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Nico – Planung &amp; Aufgaben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926019" y="1890979"/>
            <a:ext cx="6236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39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715000" y="2046427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14999" y="2046427"/>
            <a:ext cx="1927555" cy="4571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2154326"/>
            <a:ext cx="22110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Jona – Pipeline &amp; Testing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26019" y="2154326"/>
            <a:ext cx="6236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27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715000" y="2309774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15000" y="2309774"/>
            <a:ext cx="1555124" cy="4571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2436322"/>
            <a:ext cx="22110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Felix – Story &amp; Kommunikation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926019" y="2436322"/>
            <a:ext cx="6236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715000" y="2591770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15000" y="2604210"/>
            <a:ext cx="1226713" cy="4887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0" y="3200400"/>
            <a:ext cx="3291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486400" y="320040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15000" y="3319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Stunden pro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715000" y="3547872"/>
            <a:ext cx="19275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642555" y="3547872"/>
            <a:ext cx="907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715000" y="3703320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15000" y="3703320"/>
            <a:ext cx="28346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3811219"/>
            <a:ext cx="19275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vl="0">
              <a:defRPr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</a:t>
            </a:r>
            <a:r>
              <a:rPr lang="en-US" sz="9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</a:t>
            </a:r>
            <a:endParaRPr lang="en-US" sz="950" dirty="0">
              <a:solidFill>
                <a:prstClr val="black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7642555" y="3811219"/>
            <a:ext cx="907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715000" y="3966667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15000" y="3966667"/>
            <a:ext cx="1154853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15000" y="4074566"/>
            <a:ext cx="19275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9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9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Entwurf</a:t>
            </a:r>
            <a:endParaRPr lang="en-US" sz="950" dirty="0">
              <a:solidFill>
                <a:prstClr val="black"/>
              </a:solidFill>
            </a:endParaRPr>
          </a:p>
        </p:txBody>
      </p:sp>
      <p:sp>
        <p:nvSpPr>
          <p:cNvPr id="75" name="Text 73"/>
          <p:cNvSpPr/>
          <p:nvPr/>
        </p:nvSpPr>
        <p:spPr>
          <a:xfrm>
            <a:off x="7642555" y="4074566"/>
            <a:ext cx="907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5715000" y="4230014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5000" y="4230014"/>
            <a:ext cx="367453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15000" y="4337914"/>
            <a:ext cx="19275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Anforderungsentwurf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642555" y="4337914"/>
            <a:ext cx="907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5715000" y="4493362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15000" y="4493362"/>
            <a:ext cx="262467" cy="4571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15000" y="4601261"/>
            <a:ext cx="19275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642555" y="4601261"/>
            <a:ext cx="907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715000" y="4756709"/>
            <a:ext cx="2834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15000" y="4756709"/>
            <a:ext cx="262467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79430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Vorführung direkt in </a:t>
            </a:r>
            <a:r>
              <a:rPr lang="en-US" sz="2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Vorführung direkt 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Intellij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CAF9D69-30C1-44D0-A57B-66797BD408EC}"/>
              </a:ext>
            </a:extLst>
          </p:cNvPr>
          <p:cNvSpPr txBox="1"/>
          <p:nvPr/>
        </p:nvSpPr>
        <p:spPr>
          <a:xfrm>
            <a:off x="2286000" y="17671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SzPct val="100000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6822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19"/>
            <a:ext cx="8229600" cy="36732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367329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Java: Programmiersprache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YouTrack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SCRUM Board,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Timetracking</a:t>
            </a:r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GitHub: Versionskontrolle, Blogs mit </a:t>
            </a: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Discussions</a:t>
            </a:r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IntelliJ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Ultimate: Entwicklungsumgebung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CK </a:t>
            </a: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Metriks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Metriken</a:t>
            </a:r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UMLet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Erstellung UML-Diagramme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Conceptboard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Brainstorming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Maven: Pipeline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Word: Erstellung Dokumentation</a:t>
            </a:r>
          </a:p>
        </p:txBody>
      </p:sp>
    </p:spTree>
    <p:extLst>
      <p:ext uri="{BB962C8B-B14F-4D97-AF65-F5344CB8AC3E}">
        <p14:creationId xmlns:p14="http://schemas.microsoft.com/office/powerpoint/2010/main" val="160912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 - Pipelines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Vorführung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in GitHub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28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 und Alleinstellung durch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Wiedererkennungswert: nicht nur an Gameplay erinnern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Düsterere Welt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659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Vergessene Erinnerungen als Charaktere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Stärkere Verbindung zu Vergessenen -&gt; Level ups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06324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063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Replayability durch verschiedene Interaktionen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zu wenig Zeit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3200400"/>
          </a:xfrm>
          <a:prstGeom prst="rect">
            <a:avLst/>
          </a:prstGeom>
          <a:solidFill>
            <a:srgbClr val="F0FDF4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429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geschafft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 Gruppendynamik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gelernt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Trotz Verlust eines Mitglieds Grundziel erreicht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977640" cy="3200400"/>
          </a:xfrm>
          <a:prstGeom prst="rect">
            <a:avLst/>
          </a:prstGeom>
          <a:solidFill>
            <a:srgbClr val="FEE2E2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828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83480" y="2468880"/>
            <a:ext cx="3429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zu groß geplant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 einzelner Features unterschätzt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wenig Puffer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 verloren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Insgesamt gutes Projekt mit viel Spass und Learnings, was aber auch klar aufgezeigt hat, dass wir in </a:t>
            </a:r>
            <a:r>
              <a:rPr lang="en-US" sz="18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organisatorischen</a:t>
            </a: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Aspekten </a:t>
            </a:r>
            <a:r>
              <a:rPr lang="en-US" sz="18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Verbesserungspotential</a:t>
            </a: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</a:t>
            </a:r>
            <a:r>
              <a:rPr lang="en-US" sz="18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Bildschirmpräsentation (16:9)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 Mautes</cp:lastModifiedBy>
  <cp:revision>13</cp:revision>
  <dcterms:created xsi:type="dcterms:W3CDTF">2026-06-17T16:09:17Z</dcterms:created>
  <dcterms:modified xsi:type="dcterms:W3CDTF">2026-06-18T08:07:14Z</dcterms:modified>
</cp:coreProperties>
</file>